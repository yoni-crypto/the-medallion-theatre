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Medallion Theatre System Report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</a:rPr>
              <a:t>MEDALLION THEATRE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System Design &amp; Implementation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Comprehensive Review of Specifications and Final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Medallion Theatre is an expanding community arts organization managing a 602-seat venue.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Historically, operations have relied on manual documentation and verbal communication.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Clerks take ticket requests by phone and locate available seats via physical charts.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Problem Statement &amp; Current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Data Inaccuracy: The manual process frequently leads to the double-booking of specific physical seats.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Lack of Analytics: Management cannot easily track historical ticket sales or patron loyalty.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Operational Bottlenecks: Verifying seat availability across multiple clerks causes significant delays.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Data Loss: Physical records are prone to loss or damage.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Proposed Solution &amp;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 a centralized, relational database application to handle all box office operations.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Objective 1: Enforce strict database constraints to mathematically eliminate the possibility of double booking.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Objective 2: Provide an intuitive Graphical User Interface (GUI) to accelerate clerk workflows.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Objective 3: Centralize patron data for historical tracking and customer service.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Objective 4: Automate financial reporting and seat availability calculations.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Functional Requirements: Patron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system must maintain a registry of all theater patrons.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Required Data Fields: First Name, Last Name, Street Address, City, State, Zip Code, Phone Number, Email.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System must allow users to search the patron database using names or unique identifiers.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System must provide forms to register new patrons or update existing contact details.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Functional Requirements: Scheduling &amp; Performances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system must differentiate between a "Production" (the show title) and a "Performance" (the specific date/time).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Required Data Fields (Production): Title, Type (Musical, Play, etc.).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Required Data Fields (Performance): Date, Time category (Matinee or Evening).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Users must be able to create, edit, and assign performances to their parent production.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Functional Requirements: Ticket Reservations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system must facilitate the reservation of a specific physical seat for a specific performance.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Reservations must be explicitly linked to a registered patron.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system must output a printable "Will Call Reservation Form" for physical distribution.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UI must clearly display which seats are available and which are occupied.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Functional Requirements: Reporting &amp;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Seat Availability Report: An output detailing the exact status of all 602 seats for a selected performance.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Patron Ticket Report: An aggregate view of a specific patron’s purchase history to resolve disputes or identify loyalty.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Ticket Sales Report: A managerial overview calculating total tickets sold and gross revenue for performance evaluation.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Use Case: Box Office Manager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Actor Profile: Administrative personnel responsible for overall operations and financial tracking.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Primary Actions: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1. Setup and schedule upcoming productions and their respective dates.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2. Review ticket sales reports to assess performance profitability.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3. Manage system access and override specific ticket reservations if necessary.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Use Case: Ticket Clerk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Actor Profile: Frontline staff focused on speed and accuracy during patron interactions.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Primary Actions: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1. Register incoming callers into the patron database.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2. Navigate the system to find the requested performance date.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3. Select available seats on behalf of the patron and finalize the booking.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  4. Print the physical Will Call slip.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Design: Diagram 1</a:t>
            </a:r>
            <a:endParaRPr lang="en-US" sz="2600" dirty="0"/>
          </a:p>
        </p:txBody>
      </p:sp>
      <p:pic>
        <p:nvPicPr>
          <p:cNvPr id="3" name="Image 0" descr="/home/yoni/Desktop/projects/personal/oose/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Design: Diagram 2</a:t>
            </a:r>
            <a:endParaRPr lang="en-US" sz="2600" dirty="0"/>
          </a:p>
        </p:txBody>
      </p:sp>
      <p:pic>
        <p:nvPicPr>
          <p:cNvPr id="3" name="Image 0" descr="/home/yoni/Desktop/projects/personal/oose/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Design: Diagram 3</a:t>
            </a:r>
            <a:endParaRPr lang="en-US" sz="2600" dirty="0"/>
          </a:p>
        </p:txBody>
      </p:sp>
      <p:pic>
        <p:nvPicPr>
          <p:cNvPr id="3" name="Image 0" descr="/home/yoni/Desktop/projects/personal/oose/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Design: Diagram 4</a:t>
            </a:r>
            <a:endParaRPr lang="en-US" sz="2600" dirty="0"/>
          </a:p>
        </p:txBody>
      </p:sp>
      <p:pic>
        <p:nvPicPr>
          <p:cNvPr id="3" name="Image 0" descr="/home/yoni/Desktop/projects/personal/oose/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System Design: Diagram 5</a:t>
            </a:r>
            <a:endParaRPr lang="en-US" sz="2600" dirty="0"/>
          </a:p>
        </p:txBody>
      </p:sp>
      <p:pic>
        <p:nvPicPr>
          <p:cNvPr id="3" name="Image 0" descr="/home/yoni/Desktop/projects/personal/oose/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Database 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backend utilizes PostgreSQL to enforce strict relational integrity.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UUIDs (Universally Unique Identifiers) are used as primary keys to ensure global uniqueness and security.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schema is normalized to prevent data redundancy across patrons, performances, and physical seats.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Entity Relationships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Production (1) -&gt; (M) Performance: One show can have multiple dates.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Seat: A static table containing exactly 602 rows representing the physical layout. Fixed categories: Orchestra, Mezzanine, Balcony, Box.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Ticket Table: The core junction entity linking PatronID, PerformanceID, and SeatID.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Constraint: A UNIQUE(performanceid, seatid) index physically prevents the database from saving a double-booked seat.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Implementation: 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Frontend Architecture: Next.js (App Router) combined with React. Provides Server-Side Rendering (SSR) capabilities and a robust component structure.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Styling: Tailwind CSS used for strict, utility-based styling, ensuring visual consistency without bloated stylesheets.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Backend Engine: Node.js running Express.js to construct a RESTful API layer.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Database Connector: The `pg` library manages connection pooling to the PostgreSQL instance.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Implementation: Security &amp; Authentication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Authentication was implemented to restrict system access to authorized staff only.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JSON Web Tokens (JWT): Used for stateless, secure session validation across API requests.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Password Hashing: Passwords are encrypted using bcrypt before database insertion.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Middleware: Express middleware intercepts requests to verify JWT validity and enforce role-based access control (RBAC).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Implementation: The Seat Map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Rather than a simple dropdown list, the UI implements a complex DOM-based visual grid.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602 seats are geometrically mapped to reflect the theatre's actual floor plan (Left, Center, Right aisles).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State Management: React dynamically parses the 602 seats and cross-references them against the Ticket table to render "Available" vs "Reserved" UI states.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Implementation: 3-Step Reservation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clerk experience was consolidated into a linear state machine to prevent user error.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1: Database query interface to locate or create the Patron.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2: Selection of the Performance via a clean tabular interface.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3: The visual Seat Map takes the parameters from Phase 1 and 2 to execute the final POST request to the Ticket table.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Implementation: Reporting Module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 dedicated reporting interface processes complex SQL JOIN operations.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Financial Aggregation: Queries SUM() the price column from the Seat table based on active Tickets to calculate exact revenue.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Seat Availability: Queries use LEFT JOIN logic to identify Seats that lack a corresponding Ticket record for a given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Planned Specifications vs. Final Implementation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initial System Design document (DOCX) successfully captured the core domain entities and required workflows.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final code deployment accurately implements the defined relational database, the input forms, and the requested reports.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During development, several technical necessities (such as security layers and state management) were expanded upon to translate the design into functional software.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Enhancements Built Beyond the Original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System Security: Implemented the full JWT authentication flow, which was implicitly needed but not documented in the initial specifications.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Data Correction UI: Built a manager-restricted interface to delete/cancel tickets, addressing the real-world need for refunds and mistake handling.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Modern UX: Upgraded the proposed basic interface to a high-fidelity "Dark Mode" aesthetic, optimizing contrast and reducing eye strain for clerks.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Medallion Theatre system successfully digitizes a highly inefficient manual workflow.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By relying on strict SQL constraints, the foundational issue of double-booking is permanently resolved.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final deployment is a robust, secure, and highly visual application that aligns with both academic requirements and modern software engineering standards.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2026-05-12T21:54:13Z</dcterms:created>
  <dcterms:modified xsi:type="dcterms:W3CDTF">2026-05-12T21:54:13Z</dcterms:modified>
</cp:coreProperties>
</file>