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Theatre System Review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</a:rPr>
              <a:t>MEDALLION THEATRE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8E7"/>
                </a:solidFill>
              </a:rPr>
              <a:t>Ticket Sales System - Final Project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Bridging the Gap Between Requirements and Reality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1. Introduction: The Medallion Theatre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 growing community theatre facing scaling issues.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Current Process: Manual tracking, phone reservations, and a messy box office.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Goal: Modernize operations with a centralized database system.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Result: Increased efficiency, better customer service, and robust reporting.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2. 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Eliminate double-booking of seats.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Provide an easy-to-use interface for clerks and managers.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Track patron history and ticket purchases.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Automate reporting for seat availability and total revenue.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3. The Case Study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Provided by Dr. Waggoner as a foundational text.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Outlined the physical 602-seat map structure (Boxes, Orchestra, etc.).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Required tracking of "Frequent Patrons".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Requested specific physical printouts (Will Call Form).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4. The System Design (DOCX)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Formalized the database entities: Patron, Performance, Production, Seat, Ticket.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Defined user roles: Box Office Manager and Ticket Clerk.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Proposed standard inputs: Registration forms, Scheduling interfaces.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Outlined exact reporting metrics needed for management.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5. Implementation Strategy &amp;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Frontend: Next.js (App Router), React, Tailwind CSS.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Backend: Node.js, Express.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Database: PostgreSQL for reliable relational integrity.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Theme: Custom "Dark &amp; Gold" aesthetic (#1a1a2e, #c9a84c).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6. Database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Patron Table: Stores customer info and handles uniqueness (Email).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Production &amp; Performance Tables: Relational hierarchy for scheduling.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Seat Table: 602 static rows covering every physical chair.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Ticket Table: The junction tying a Patron, Performance, and Seat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7. System Users &amp; Roles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Clerks: Frontline staff focused on speed.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Clerk Permissions: Register patrons, reserve seats, print receipts.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Managers: Administrative staff handling overall operations.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Manager Permissions: Create performances, cancel tickets, manage staff accounts.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8. Core Feature: Patron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Digital Rolodex for the theatre.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Live fuzzy search by name or ID to quickly find callers.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Automatic ticket counting to track customer loyalty over time.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Clean forms for creation and editing.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9. Core Feature: Production &amp; Scheduling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Managers create core Productions (e.g., "Les Misérables").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Managers schedule multiple Performances under each Production.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Supports Matinee and Evening specific scheduling logic.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10. Core Feature: The Reservation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 smooth 3-step wizard replacing the chaotic manual process.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Step 1: Identify or register the calling Patron.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Step 2: Select the desired Performance date/time.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Step 3: Pick the exact Seat via an interactive visual map.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11. Core Feature: Reporting &amp;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High-level Dashboard showing "Tickets Sold Today".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Detailed tabular reports calculating gross revenue per performance.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Live seat availability reports.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Actionable metrics for the Box Office Manager.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12. Feature Highlight: The Interactive Seat 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Mapped all 602 seats to an interactive DOM grid.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Accurately reflects physical sections: Left, Center, Right.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Includes detached VIP Box Seats.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Color-coded by tier (Orchestra: $65, Balcony: $40, etc.).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13. Bridging the Gap: Requirements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 system design document (DOCX) rarely captures 100% of the client needs.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During development, several gaps were identified between the DOCX and the Case Study.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We performed a comprehensive audit to ensure total compliance.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14. Filling the Gaps: Will Call Receipt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MISSING FROM DOCX: The physical printed receipt.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FOUND IN CASE STUDY: The specific yellow "Will Call Reservation Form".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SOLUTION: Built a pixel-perfect printable modal mimicking the original document.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Includes cursive fonts to simulate handwriting.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15. Filling the Gaps: Frequent Patrons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MISSING FROM DOCX: Identifying loyal customers.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FOUND IN CASE STUDY: "Identify those who frequently support the theatre".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SOLUTION: Programmed a database trigger/count to flag users with 3+ tickets.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Added a bright gold Star badge in the UI.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16. Filling the Gaps: Exact Seating Layout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MISSING FROM DOCX: The physical arrangement of the auditorium.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FOUND IN CASE STUDY: The appendix diagram showing row splits.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SOLUTION: Engineered a complex UI layout grid with staggered rows and Box placements.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17. Filling the Gaps: Editing &amp; Clearing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MISSING: The ability to easily clear forms and edit performances.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FOUND IN DOCX/CASE STUDY: Explicit requests for these actions.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SOLUTION: Built full Edit Performance screens and "Clear Form" state reset buttons.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18. Going Beyond the Spec: Modern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NEITHER DOCUMENT SPECIFIED: How to secure the application.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ADDED VALUE: Implemented JWT (JSON Web Tokens).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ADDED VALUE: Implemented bcrypt password hashing.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Ensures the theatre is protected against unauthorized access.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19. Going Beyond the Spec: Ticket Cancellations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NEITHER DOCUMENT SPECIFIED: A flow for refunds or mistakes.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ADDED VALUE: Built a "Trash" feature specifically for managers.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Allows managers to click a reserved seat and safely release it back to the pool.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20. Going Beyond the Spec: Premium UI/UX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NEITHER DOCUMENT SPECIFIED: Visual aesthetics.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ADDED VALUE: Avoided a generic, boring spreadsheet look.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Designed a luxurious dark mode interface fitting for a high-end theatre.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Improves staff morale and creates a polished professional environment.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7"/>
                </a:solidFill>
              </a:rPr>
              <a:t>21. System Demonstration &amp;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The Medallion Theatre system is now fully operational.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It satisfies 100% of the formal System Design (DOCX).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It satisfies 100% of the organic Case Study requests (PDF).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9CA3AF"/>
                </a:solidFill>
              </a:rPr>
              <a:t>It includes modern enhancements to ensure it lasts for years.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2026-05-12T21:47:28Z</dcterms:created>
  <dcterms:modified xsi:type="dcterms:W3CDTF">2026-05-12T21:47:28Z</dcterms:modified>
</cp:coreProperties>
</file>